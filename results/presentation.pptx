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Clustering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from results/evaluation_metrics.json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Evaluation Overview</a:t>
            </a:r>
          </a:p>
          <a:p>
            <a:pPr/>
            <a:r>
              <a:t>2. Metrics</a:t>
            </a:r>
          </a:p>
          <a:p>
            <a:pPr/>
            <a:r>
              <a:t>3. Visuals</a:t>
            </a:r>
          </a:p>
          <a:p>
            <a:pPr/>
            <a:r>
              <a:t>4.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silhouette: 0.2137299633550709</a:t>
            </a:r>
          </a:p>
          <a:p>
            <a:pPr/>
            <a:r>
              <a:t>calinski_harabasz: 363.1813083084194</a:t>
            </a:r>
          </a:p>
          <a:p>
            <a:pPr/>
            <a:r>
              <a:t>davies_bouldin: 1.8710996226749597</a:t>
            </a:r>
          </a:p>
          <a:p>
            <a:pPr/>
            <a:r>
              <a:t>adjusted_rand: 0.0432763315647142</a:t>
            </a:r>
          </a:p>
          <a:p>
            <a:pPr/>
            <a:r>
              <a:t>adjusted_mutual_info: 0.0353912593666423</a:t>
            </a:r>
          </a:p>
          <a:p>
            <a:pPr/>
            <a:r>
              <a:t>purity: 0.46716697936210133</a:t>
            </a:r>
          </a:p>
          <a:p>
            <a:pPr/>
            <a:r>
              <a:t>n_samples: 1599</a:t>
            </a:r>
          </a:p>
          <a:p>
            <a:pPr/>
            <a:r>
              <a:t>n_clusters: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uster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uster_quality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uster_quality_cross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lhouett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r>
              <a:t>- Silhouette ~0.21 → moderate separation</a:t>
            </a:r>
          </a:p>
          <a:p>
            <a:r>
              <a:t>- Low ARI / AMI / Purity → weak alignment with labels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